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1F8E9"/>
    <a:srgbClr val="C5E1A5"/>
    <a:srgbClr val="12372A"/>
    <a:srgbClr val="333333"/>
    <a:srgbClr val="F4C95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15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8DC14-B815-A26A-3757-F41929CE64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F6E909-5830-58A9-B9DF-2188432736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E38C69-3BE4-AF71-2DCF-1D30D066F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9F3DB-C3D4-4774-BBCA-8B589D404ABE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53C9C0-CAD5-90F6-BB29-03BDF1EFB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0901C7-16A3-1954-9E86-4F32DF886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1642D-3ECD-430C-830F-FACA56E741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11456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59018-AB90-664D-44FA-F3EE8AFAA8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BBDC3E-17FC-9986-473D-AA17A57586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B8158C-643C-F4B4-C90E-504F4DB6EF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9F3DB-C3D4-4774-BBCA-8B589D404ABE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96B2E3-21A7-9F62-09E7-33214AFDF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D5FA34-542B-F71B-0073-B1D1C8D53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1642D-3ECD-430C-830F-FACA56E741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63240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176C4-504F-2A2A-7F36-3B76BF654C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FA75BD-CE6E-B31F-9892-AA86970159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01D4EC-0926-220F-94FA-1FCF8EE14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9F3DB-C3D4-4774-BBCA-8B589D404ABE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7CF83F-7EBB-9A55-A528-FAE4E7D6D3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0DFFB1-0462-1DB9-F258-0B14EF2E6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1642D-3ECD-430C-830F-FACA56E741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17345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F8AA5F-50B7-3745-7179-82C35ABB4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A262DB-E3CB-13AD-398E-971A5775B9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E5E163-F01E-A952-1A97-4046A912F6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8A4D18-7E18-AD1C-4DC7-9BE5B85C6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9F3DB-C3D4-4774-BBCA-8B589D404ABE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01AAFF-8682-8562-BB97-5230AEC4A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EF05F6-92C7-6234-263F-DFA81B3C2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1642D-3ECD-430C-830F-FACA56E741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17696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6E03A-6D0F-8CB5-6688-884977C2B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242339-81E5-A171-7AE0-B49DA14223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D01B41-D152-5E90-E927-929E438D48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6CCD8E-32C4-85CC-BAB9-E648DACCD2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FBB91C-7C48-3CD1-ED56-D85F357138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3B9FA49-0BE8-6E90-99C8-40002A7AB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9F3DB-C3D4-4774-BBCA-8B589D404ABE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0148A81-9768-C488-AEBA-1317B3126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5D95F2C-D1DC-D367-A334-AB31C3FBA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1642D-3ECD-430C-830F-FACA56E741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66697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BC9107-0D60-297C-44DF-AA2115CA5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ED0BE2D-D8AF-DC21-86D1-CE2442A258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9F3DB-C3D4-4774-BBCA-8B589D404ABE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668878-5C28-1AFE-EDD0-CDDA0732DB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4429BD-65B5-FE46-CFDA-69464B7D1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1642D-3ECD-430C-830F-FACA56E741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45415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D81D174-6874-F5C3-2775-AD52F1779E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9F3DB-C3D4-4774-BBCA-8B589D404ABE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C081A01-9AC7-5805-1BEA-4146A6E67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AD8887-DF4B-C3F2-D185-FE3CF6674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1642D-3ECD-430C-830F-FACA56E741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34205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EA1FD-8C54-98CA-8F6D-87067A0BBE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2CAD57-B3EC-C1F0-F6F7-0C019805B0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C53CC0-B12F-7629-8F56-3E158126D9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4B6017-0152-7303-D8A1-EFCCEFBB6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9F3DB-C3D4-4774-BBCA-8B589D404ABE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79A172-12F3-BA99-FFEE-2824D808C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D5DEA0-5D4A-11C8-EA06-92BD0A5CC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1642D-3ECD-430C-830F-FACA56E741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20304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EB9EA-C6AE-8D11-D384-63A095876C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D61503-6237-26A0-FC78-C5C5F86BAE61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B1BF42-8D4B-DFCC-FC57-803E8DD493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AAD8A8-16CD-808F-B169-59DD94887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9F3DB-C3D4-4774-BBCA-8B589D404ABE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7F30F5-0B02-2E57-0649-BB7EF4A33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808D86-3E56-6110-AB54-D00324A73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1642D-3ECD-430C-830F-FACA56E741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80011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48DD3B-38D0-D7EF-25DB-D04A908FE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496EF7-8862-225C-9540-59E16A0DB5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86C3A8-F2C0-723E-1F4E-553E6C8944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9F3DB-C3D4-4774-BBCA-8B589D404ABE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00F42C-B678-D5A0-CD8B-CC239D28D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DD4448-531D-9FF2-9179-76AA67470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1642D-3ECD-430C-830F-FACA56E741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11123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D59A08D-23D0-A997-3CF3-2A0845BE3C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190227-1C00-B6C3-1727-2287306EF2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AB6877-FD83-4250-F67D-300AC5B38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9F3DB-C3D4-4774-BBCA-8B589D404ABE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58D93A-B718-561A-3885-7E76C19F8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5BFD2C-D43D-F101-1B08-25C0C8B38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1642D-3ECD-430C-830F-FACA56E741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16316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259D345-F79C-52A0-B8DE-DBDAEE180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4E165C-8144-3E4E-78CE-3BE70832AD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B8E1E6-F336-3BFF-2273-5E36E94E4F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A9F3DB-C3D4-4774-BBCA-8B589D404ABE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AD2580-6A8A-5DED-86A4-DD01B17A02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76B476-BFDF-D18D-9C06-85A6C85CF5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11642D-3ECD-430C-830F-FACA56E741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66508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3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302D8-23B3-DD29-FA24-A8C069F0CC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210117"/>
          </a:xfrm>
        </p:spPr>
        <p:txBody>
          <a:bodyPr/>
          <a:lstStyle/>
          <a:p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Crop Production And Yield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75FD74-072E-24CC-013A-77B651AE52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133599"/>
          </a:xfrm>
        </p:spPr>
        <p:txBody>
          <a:bodyPr>
            <a:normAutofit lnSpcReduction="10000"/>
          </a:bodyPr>
          <a:lstStyle/>
          <a:p>
            <a:r>
              <a:rPr lang="en-IN" dirty="0">
                <a:solidFill>
                  <a:srgbClr val="C5E1A5"/>
                </a:solidFill>
              </a:rPr>
              <a:t>An Exploratory Data Analysis of Agriculture Production Across India</a:t>
            </a:r>
          </a:p>
          <a:p>
            <a:r>
              <a:rPr lang="en-IN" dirty="0">
                <a:solidFill>
                  <a:srgbClr val="C5E1A5"/>
                </a:solidFill>
              </a:rPr>
              <a:t>Tools Used : Excel | SQL | Python | Power BI</a:t>
            </a:r>
          </a:p>
          <a:p>
            <a:r>
              <a:rPr lang="en-IN" dirty="0">
                <a:solidFill>
                  <a:srgbClr val="C5E1A5"/>
                </a:solidFill>
              </a:rPr>
              <a:t>Prepared by : Prajvitha Rodrigues</a:t>
            </a:r>
          </a:p>
          <a:p>
            <a:r>
              <a:rPr lang="en-IN" dirty="0">
                <a:solidFill>
                  <a:srgbClr val="C5E1A5"/>
                </a:solidFill>
              </a:rPr>
              <a:t>Course : Data Analytics</a:t>
            </a:r>
          </a:p>
          <a:p>
            <a:r>
              <a:rPr lang="en-IN" dirty="0">
                <a:solidFill>
                  <a:srgbClr val="C5E1A5"/>
                </a:solidFill>
              </a:rPr>
              <a:t>Institute: ParvaM Software Solution</a:t>
            </a:r>
          </a:p>
          <a:p>
            <a:pPr algn="l"/>
            <a:endParaRPr lang="en-IN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162C20E-F3A2-38BD-1DA6-BB33C23D4BC9}"/>
              </a:ext>
            </a:extLst>
          </p:cNvPr>
          <p:cNvCxnSpPr>
            <a:cxnSpLocks/>
          </p:cNvCxnSpPr>
          <p:nvPr/>
        </p:nvCxnSpPr>
        <p:spPr>
          <a:xfrm>
            <a:off x="1524000" y="3332480"/>
            <a:ext cx="9144000" cy="0"/>
          </a:xfrm>
          <a:prstGeom prst="line">
            <a:avLst/>
          </a:prstGeom>
          <a:ln>
            <a:solidFill>
              <a:srgbClr val="F4C95D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960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8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57696-D588-844E-673B-289EE4F158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b="1" dirty="0">
                <a:solidFill>
                  <a:srgbClr val="123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EBB36E-069E-7684-C6B4-B3F5CB9CC0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Agriculture plays an important role in India's economy and food security.</a:t>
            </a:r>
          </a:p>
          <a:p>
            <a:r>
              <a:rPr lang="en-US" sz="24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Crop production varies across states, districts, crops, and agricultural seasons.</a:t>
            </a:r>
          </a:p>
          <a:p>
            <a:r>
              <a:rPr lang="en-US" sz="24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Analyzing agricultural data helps us understand production patterns and changes over time.</a:t>
            </a:r>
          </a:p>
          <a:p>
            <a:r>
              <a:rPr lang="en-US" sz="24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uses data analytics tools to explore crop production across India.</a:t>
            </a:r>
          </a:p>
          <a:p>
            <a:r>
              <a:rPr lang="en-US" sz="24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analysis uses a dataset containing 246,091 records and 7 columns</a:t>
            </a:r>
            <a:r>
              <a:rPr lang="en-US" dirty="0">
                <a:solidFill>
                  <a:srgbClr val="333333"/>
                </a:solidFill>
              </a:rPr>
              <a:t>.</a:t>
            </a:r>
            <a:endParaRPr lang="en-IN" dirty="0">
              <a:solidFill>
                <a:srgbClr val="333333"/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3E21CEC-11CD-6113-DE25-D6FFAF43C180}"/>
              </a:ext>
            </a:extLst>
          </p:cNvPr>
          <p:cNvCxnSpPr>
            <a:cxnSpLocks/>
          </p:cNvCxnSpPr>
          <p:nvPr/>
        </p:nvCxnSpPr>
        <p:spPr>
          <a:xfrm>
            <a:off x="919480" y="1351280"/>
            <a:ext cx="3977640" cy="0"/>
          </a:xfrm>
          <a:prstGeom prst="line">
            <a:avLst/>
          </a:prstGeom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10893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8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9E86B-9F2D-7C2B-CA78-3217A5369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b="1" dirty="0">
                <a:solidFill>
                  <a:srgbClr val="123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&amp;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F88213-85AC-9423-4182-4FAF0BD3B2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r>
              <a:rPr lang="en-US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Crop production varies across states, districts, crops, and seasons.</a:t>
            </a:r>
          </a:p>
          <a:p>
            <a:r>
              <a:rPr lang="en-US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these variations using raw data can be difficult.</a:t>
            </a:r>
          </a:p>
          <a:p>
            <a:r>
              <a:rPr lang="en-US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analysis helps identify production patterns and changes over time.</a:t>
            </a:r>
          </a:p>
          <a:p>
            <a:endParaRPr lang="en-US" dirty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Objectives</a:t>
            </a:r>
          </a:p>
          <a:p>
            <a:r>
              <a:rPr lang="en-US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Analyze crop production across Indian states and districts.</a:t>
            </a:r>
          </a:p>
          <a:p>
            <a:r>
              <a:rPr lang="en-US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Identify crops with high production.</a:t>
            </a:r>
          </a:p>
          <a:p>
            <a:r>
              <a:rPr lang="en-US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Compare production across agricultural seasons.</a:t>
            </a:r>
          </a:p>
          <a:p>
            <a:r>
              <a:rPr lang="en-US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Examine yearly production trends.</a:t>
            </a:r>
          </a:p>
          <a:p>
            <a:r>
              <a:rPr lang="en-US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Visualize important findings using Power BI.</a:t>
            </a:r>
            <a:endParaRPr lang="en-IN" dirty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68986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8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4A045E-BF0D-58D7-AA2E-E40E26A75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b="1" dirty="0">
                <a:solidFill>
                  <a:srgbClr val="123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E07D92-770F-7788-F8B9-4184BE77CB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4160"/>
            <a:ext cx="10515600" cy="532384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Source</a:t>
            </a:r>
            <a:r>
              <a:rPr lang="en-US" sz="18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Kaggle</a:t>
            </a:r>
          </a:p>
          <a:p>
            <a:pPr marL="0" indent="0">
              <a:buNone/>
            </a:pPr>
            <a:r>
              <a:rPr lang="en-US" sz="1800" b="1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</a:t>
            </a:r>
          </a:p>
          <a:p>
            <a:r>
              <a:rPr lang="en-US" sz="18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 Records: 246,091</a:t>
            </a:r>
          </a:p>
          <a:p>
            <a:r>
              <a:rPr lang="en-US" sz="18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 Columns: 7</a:t>
            </a:r>
          </a:p>
          <a:p>
            <a:r>
              <a:rPr lang="en-US" sz="18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Geographic Coverage: Indian states and districts</a:t>
            </a:r>
          </a:p>
          <a:p>
            <a:r>
              <a:rPr lang="en-US" sz="18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Type: Agricultural crop production data</a:t>
            </a:r>
          </a:p>
          <a:p>
            <a:pPr marL="0" indent="0">
              <a:buNone/>
            </a:pPr>
            <a:r>
              <a:rPr lang="en-US" sz="1800" b="1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Attributes</a:t>
            </a:r>
          </a:p>
          <a:p>
            <a:r>
              <a:rPr lang="en-US" sz="18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State_Name — Name of the state</a:t>
            </a:r>
          </a:p>
          <a:p>
            <a:r>
              <a:rPr lang="en-US" sz="18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District_Name — Name of the district</a:t>
            </a:r>
          </a:p>
          <a:p>
            <a:r>
              <a:rPr lang="en-US" sz="18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Crop_Year — Year of crop production</a:t>
            </a:r>
          </a:p>
          <a:p>
            <a:r>
              <a:rPr lang="en-US" sz="18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Season — Agricultural season</a:t>
            </a:r>
          </a:p>
          <a:p>
            <a:r>
              <a:rPr lang="en-US" sz="18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Crop — Name of the crop</a:t>
            </a:r>
          </a:p>
          <a:p>
            <a:r>
              <a:rPr lang="en-US" sz="18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Area — Area cultivated</a:t>
            </a:r>
          </a:p>
          <a:p>
            <a:r>
              <a:rPr lang="en-US" sz="18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Production — Quantity of crop produced</a:t>
            </a:r>
            <a:endParaRPr lang="en-IN" sz="1800" dirty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43262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8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11435-A5DE-32FF-DB93-D4D7E3B80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b="1" dirty="0">
                <a:solidFill>
                  <a:srgbClr val="123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 And Technologies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E251D3-4D0F-B2C7-9B9D-971D69C30C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Microsoft Excel</a:t>
            </a:r>
          </a:p>
          <a:p>
            <a:r>
              <a:rPr lang="en-US" sz="26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Used for initial data inspection and cleaning checks.</a:t>
            </a:r>
          </a:p>
          <a:p>
            <a:r>
              <a:rPr lang="en-US" sz="26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Checked missing values, data types, and duplicate records.</a:t>
            </a:r>
          </a:p>
          <a:p>
            <a:pPr marL="0" indent="0">
              <a:buNone/>
            </a:pPr>
            <a:r>
              <a:rPr lang="en-US" sz="2600" b="1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MySQL</a:t>
            </a:r>
          </a:p>
          <a:p>
            <a:r>
              <a:rPr lang="en-US" sz="26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Used to store agricultural data in a database.</a:t>
            </a:r>
          </a:p>
          <a:p>
            <a:r>
              <a:rPr lang="en-US" sz="26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Used SQL queries to analyze crop production.</a:t>
            </a:r>
          </a:p>
          <a:p>
            <a:pPr marL="0" indent="0">
              <a:buNone/>
            </a:pPr>
            <a:r>
              <a:rPr lang="en-US" sz="2600" b="1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Python</a:t>
            </a:r>
          </a:p>
          <a:p>
            <a:r>
              <a:rPr lang="en-US" sz="26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Used Pandas and NumPy for data analysis.</a:t>
            </a:r>
          </a:p>
          <a:p>
            <a:r>
              <a:rPr lang="en-US" sz="26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Used Matplotlib to create eight visualizations.</a:t>
            </a:r>
          </a:p>
          <a:p>
            <a:pPr marL="0" indent="0">
              <a:buNone/>
            </a:pPr>
            <a:r>
              <a:rPr lang="en-US" sz="2600" b="1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Power BI</a:t>
            </a:r>
          </a:p>
          <a:p>
            <a:r>
              <a:rPr lang="en-US" sz="26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Used to create an interactive dashboard.</a:t>
            </a:r>
          </a:p>
          <a:p>
            <a:r>
              <a:rPr lang="en-US" sz="26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Visualized production by state, crop, season, district, and year</a:t>
            </a:r>
            <a:r>
              <a:rPr lang="en-US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dirty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62316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8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04FFC-013E-FB0C-5EFB-BA3214009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b="1" dirty="0">
                <a:solidFill>
                  <a:srgbClr val="123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And Preparation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AB959E-E197-5CB4-EFC7-668333F364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Steps</a:t>
            </a:r>
          </a:p>
          <a:p>
            <a:r>
              <a:rPr lang="en-US" sz="20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Inspected the dataset using Microsoft Excel.</a:t>
            </a:r>
          </a:p>
          <a:p>
            <a:r>
              <a:rPr lang="en-US" sz="20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Checked the seven columns and their data types.</a:t>
            </a:r>
          </a:p>
          <a:p>
            <a:r>
              <a:rPr lang="en-US" sz="20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Identified missing values in the Production column.</a:t>
            </a:r>
          </a:p>
          <a:p>
            <a:r>
              <a:rPr lang="en-US" sz="20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Checked for duplicate records.</a:t>
            </a:r>
          </a:p>
          <a:p>
            <a:r>
              <a:rPr lang="en-US" sz="20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Reviewed crop names, seasons, states, and districts for consistency.</a:t>
            </a:r>
          </a:p>
          <a:p>
            <a:r>
              <a:rPr lang="en-US" sz="20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Saved a working copy of the dataset for analysis.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Quality Considerations</a:t>
            </a:r>
          </a:p>
          <a:p>
            <a:r>
              <a:rPr lang="en-US" sz="20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Missing Production values were kept blank because verified values were unavailable.</a:t>
            </a:r>
          </a:p>
          <a:p>
            <a:r>
              <a:rPr lang="en-US" sz="20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Additional validation is required to confirm the accuracy of imported SQL data.</a:t>
            </a:r>
            <a:endParaRPr lang="en-IN" sz="2000" dirty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54814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8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502F8-D91D-8FA7-E45A-D0D019D83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b="1" dirty="0">
                <a:solidFill>
                  <a:srgbClr val="123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SQL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1A69E9-CC03-9B14-2895-6C90C4E7ED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90029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23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SQL Techniques Used</a:t>
            </a:r>
          </a:p>
          <a:p>
            <a:r>
              <a:rPr lang="en-US" sz="1600" dirty="0">
                <a:solidFill>
                  <a:srgbClr val="123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 — Retrieved data from the database.</a:t>
            </a:r>
          </a:p>
          <a:p>
            <a:r>
              <a:rPr lang="en-US" sz="1600" dirty="0">
                <a:solidFill>
                  <a:srgbClr val="123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 BY — Grouped records by state, crop, and season.</a:t>
            </a:r>
          </a:p>
          <a:p>
            <a:r>
              <a:rPr lang="en-US" sz="1600" dirty="0">
                <a:solidFill>
                  <a:srgbClr val="123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SUM() — Calculated total crop production and cultivated area.</a:t>
            </a:r>
          </a:p>
          <a:p>
            <a:r>
              <a:rPr lang="en-US" sz="1600" dirty="0">
                <a:solidFill>
                  <a:srgbClr val="123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ORDER BY — Sorted results to identify the highest production.</a:t>
            </a:r>
          </a:p>
          <a:p>
            <a:r>
              <a:rPr lang="en-US" sz="1600" dirty="0">
                <a:solidFill>
                  <a:srgbClr val="123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 — Displayed the top 10 states, crops, and districts.</a:t>
            </a:r>
          </a:p>
          <a:p>
            <a:r>
              <a:rPr lang="en-US" sz="1600" dirty="0">
                <a:solidFill>
                  <a:srgbClr val="123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COUNT(DISTINCT) — Counted different crop types across states.</a:t>
            </a:r>
          </a:p>
          <a:p>
            <a:pPr marL="0" indent="0">
              <a:buNone/>
            </a:pPr>
            <a:r>
              <a:rPr lang="en-US" sz="1600" b="1" dirty="0">
                <a:solidFill>
                  <a:srgbClr val="123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Analysis Performed</a:t>
            </a:r>
          </a:p>
          <a:p>
            <a:r>
              <a:rPr lang="en-US" sz="1600" dirty="0">
                <a:solidFill>
                  <a:srgbClr val="123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 10 states by production.</a:t>
            </a:r>
          </a:p>
          <a:p>
            <a:r>
              <a:rPr lang="en-US" sz="1600" dirty="0">
                <a:solidFill>
                  <a:srgbClr val="123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 10 crops by production.</a:t>
            </a:r>
          </a:p>
          <a:p>
            <a:r>
              <a:rPr lang="en-US" sz="1600" dirty="0">
                <a:solidFill>
                  <a:srgbClr val="123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Production by agricultural season.</a:t>
            </a:r>
          </a:p>
          <a:p>
            <a:r>
              <a:rPr lang="en-US" sz="1600" dirty="0">
                <a:solidFill>
                  <a:srgbClr val="123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Yearly production trends.</a:t>
            </a:r>
          </a:p>
          <a:p>
            <a:r>
              <a:rPr lang="en-US" sz="1600" dirty="0">
                <a:solidFill>
                  <a:srgbClr val="123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 10 districts by production.</a:t>
            </a:r>
          </a:p>
          <a:p>
            <a:r>
              <a:rPr lang="en-US" sz="1600" dirty="0">
                <a:solidFill>
                  <a:srgbClr val="123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Crop counts by state.</a:t>
            </a:r>
            <a:endParaRPr lang="en-IN" sz="1600" dirty="0">
              <a:solidFill>
                <a:srgbClr val="12372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80902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8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84E1B-39A0-CC71-4F8A-1520335C6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123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 Exploratory Data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9A979B-7F50-30F8-68FA-B1CD518417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 Libraries Used</a:t>
            </a:r>
          </a:p>
          <a:p>
            <a:r>
              <a:rPr lang="en-US" sz="20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Pandas: Loaded and analyzed the agricultural dataset.</a:t>
            </a:r>
          </a:p>
          <a:p>
            <a:r>
              <a:rPr lang="en-US" sz="20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NumPy: Supported numerical analysis.</a:t>
            </a:r>
          </a:p>
          <a:p>
            <a:r>
              <a:rPr lang="en-US" sz="20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Matplotlib: Created charts to visualize production patterns.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Analysis Performed</a:t>
            </a:r>
          </a:p>
          <a:p>
            <a:r>
              <a:rPr lang="en-US" sz="20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Examined dataset dimensions and column names.</a:t>
            </a:r>
          </a:p>
          <a:p>
            <a:r>
              <a:rPr lang="en-US" sz="20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Checked missing values and duplicate records.</a:t>
            </a:r>
          </a:p>
          <a:p>
            <a:r>
              <a:rPr lang="en-US" sz="20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Analyzed crop production across states and crops.</a:t>
            </a:r>
          </a:p>
          <a:p>
            <a:r>
              <a:rPr lang="en-US" sz="20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Compared production across agricultural seasons.</a:t>
            </a:r>
          </a:p>
          <a:p>
            <a:r>
              <a:rPr lang="en-US" sz="20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Examined yearly production trends.</a:t>
            </a:r>
          </a:p>
          <a:p>
            <a:r>
              <a:rPr lang="en-US" sz="20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Identified leading districts by production.</a:t>
            </a:r>
          </a:p>
          <a:p>
            <a:r>
              <a:rPr lang="en-US" sz="20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Created eight visualizations to understand agricultural data.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 </a:t>
            </a:r>
            <a:r>
              <a:rPr lang="en-US" sz="20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Eight charts and a Python EDA summary file were generated.</a:t>
            </a:r>
            <a:endParaRPr lang="en-IN" sz="2000" dirty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58795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8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428BC3-3D93-7070-E81E-FBC0926E86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0"/>
            <a:ext cx="10515600" cy="659384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Power BI Dashboard</a:t>
            </a:r>
          </a:p>
          <a:p>
            <a:pPr marL="0" indent="0" algn="ctr">
              <a:buNone/>
            </a:pPr>
            <a:endParaRPr lang="en-US" sz="2000" b="1" dirty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451453F-66E5-85BA-D611-16F88D586D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536362"/>
            <a:ext cx="10942136" cy="641307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613702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8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2A494-217D-2E89-5CF8-8DAA93FD4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076315"/>
          </a:xfrm>
        </p:spPr>
        <p:txBody>
          <a:bodyPr>
            <a:normAutofit/>
          </a:bodyPr>
          <a:lstStyle/>
          <a:p>
            <a:pPr algn="ctr">
              <a:tabLst>
                <a:tab pos="5110163" algn="l"/>
              </a:tabLst>
            </a:pPr>
            <a:r>
              <a:rPr lang="en-IN" sz="9600" b="1" dirty="0">
                <a:solidFill>
                  <a:srgbClr val="123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1616621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639</Words>
  <Application>Microsoft Office PowerPoint</Application>
  <PresentationFormat>Widescreen</PresentationFormat>
  <Paragraphs>94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Times New Roman</vt:lpstr>
      <vt:lpstr>Office Theme</vt:lpstr>
      <vt:lpstr>Crop Production And Yield Analysis</vt:lpstr>
      <vt:lpstr>Project Introduction</vt:lpstr>
      <vt:lpstr>Problem Statement &amp; Objectives</vt:lpstr>
      <vt:lpstr>Dataset Description</vt:lpstr>
      <vt:lpstr>Tools And Technologies Used</vt:lpstr>
      <vt:lpstr>Data Cleaning And Preparation</vt:lpstr>
      <vt:lpstr>SQL Analysis</vt:lpstr>
      <vt:lpstr>Python Exploratory Data Analysis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Prajvitha Rodrigues</dc:creator>
  <cp:lastModifiedBy>Prajvitha Rodrigues</cp:lastModifiedBy>
  <cp:revision>1</cp:revision>
  <dcterms:created xsi:type="dcterms:W3CDTF">2026-10-15T09:24:31Z</dcterms:created>
  <dcterms:modified xsi:type="dcterms:W3CDTF">2026-10-15T10:42:30Z</dcterms:modified>
</cp:coreProperties>
</file>